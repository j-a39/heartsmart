
<file path=[Content_Types].xml><?xml version="1.0" encoding="utf-8"?>
<Types xmlns="http://schemas.openxmlformats.org/package/2006/content-types">
  <Default Extension="drawio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1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8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8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0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3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9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998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9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77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4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6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2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drawio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drawio"/><Relationship Id="rId2" Type="http://schemas.openxmlformats.org/officeDocument/2006/relationships/image" Target="../media/image5.drawio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F9CC-8511-DCA9-ACD5-60F623470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GB" sz="5000"/>
              <a:t>Heart Smart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05158-9A79-F713-B317-71390FBE7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7CD9D-F9F1-3871-65ED-7E59909B7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73" r="12710" b="1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7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8EFAA-9E42-D58E-FA7A-7C82EFF2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961" y="0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Overview</a:t>
            </a:r>
          </a:p>
        </p:txBody>
      </p:sp>
      <p:pic>
        <p:nvPicPr>
          <p:cNvPr id="5" name="Picture 4" descr="Coin-operated binoculars above Central Park Manhatten">
            <a:extLst>
              <a:ext uri="{FF2B5EF4-FFF2-40B4-BE49-F238E27FC236}">
                <a16:creationId xmlns:a16="http://schemas.microsoft.com/office/drawing/2014/main" id="{3C2F9838-DBE9-83F8-6FC2-066DFA98B1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9" r="33780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5151BE-CDAB-C92E-B7F8-CF4106B00588}"/>
              </a:ext>
            </a:extLst>
          </p:cNvPr>
          <p:cNvSpPr txBox="1"/>
          <p:nvPr/>
        </p:nvSpPr>
        <p:spPr>
          <a:xfrm>
            <a:off x="6776113" y="3630304"/>
            <a:ext cx="54158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we will cover:</a:t>
            </a:r>
          </a:p>
          <a:p>
            <a:endParaRPr lang="en-GB" dirty="0"/>
          </a:p>
          <a:p>
            <a:r>
              <a:rPr lang="en-GB" dirty="0"/>
              <a:t>- Recapping the objectives</a:t>
            </a:r>
          </a:p>
          <a:p>
            <a:r>
              <a:rPr lang="en-GB" dirty="0"/>
              <a:t>- Addressing the direction of the project</a:t>
            </a:r>
          </a:p>
          <a:p>
            <a:r>
              <a:rPr lang="en-GB" dirty="0"/>
              <a:t>- Discussing Stakeholders</a:t>
            </a:r>
          </a:p>
          <a:p>
            <a:r>
              <a:rPr lang="en-GB" dirty="0"/>
              <a:t>- Requirements</a:t>
            </a:r>
          </a:p>
          <a:p>
            <a:r>
              <a:rPr lang="en-GB" dirty="0"/>
              <a:t>- System Architecture</a:t>
            </a:r>
          </a:p>
          <a:p>
            <a:r>
              <a:rPr lang="en-GB" dirty="0"/>
              <a:t>- User Interface</a:t>
            </a:r>
          </a:p>
          <a:p>
            <a:r>
              <a:rPr lang="en-GB" dirty="0"/>
              <a:t>- Timeframe/Schedule</a:t>
            </a:r>
          </a:p>
        </p:txBody>
      </p:sp>
    </p:spTree>
    <p:extLst>
      <p:ext uri="{BB962C8B-B14F-4D97-AF65-F5344CB8AC3E}">
        <p14:creationId xmlns:p14="http://schemas.microsoft.com/office/powerpoint/2010/main" val="937765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60E8-EE22-C18F-C3C4-A6624AD4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Recapping The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77DA8-D226-8B28-5473-EEAC43684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 Machine Learning Model that Predicts Risk of Developing Coronary Artery/Heart Disease</a:t>
            </a:r>
          </a:p>
          <a:p>
            <a:r>
              <a:rPr lang="en-GB" dirty="0"/>
              <a:t>Create fully function application that deploys this model and takes in user information</a:t>
            </a:r>
          </a:p>
          <a:p>
            <a:r>
              <a:rPr lang="en-GB" dirty="0"/>
              <a:t>Allows user to log medicine and exercise data</a:t>
            </a:r>
          </a:p>
          <a:p>
            <a:r>
              <a:rPr lang="en-GB" dirty="0"/>
              <a:t>Provides facts and fun quizzes to educate user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2723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2C741-1F3E-2F11-3D17-735BC711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Direction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084BD-E037-AF06-12D5-2EC91E81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Changes made in the stack</a:t>
            </a:r>
          </a:p>
          <a:p>
            <a:r>
              <a:rPr lang="en-GB" dirty="0"/>
              <a:t>Why changes were made</a:t>
            </a:r>
          </a:p>
          <a:p>
            <a:r>
              <a:rPr lang="en-GB" dirty="0"/>
              <a:t>What is staying the same</a:t>
            </a:r>
          </a:p>
          <a:p>
            <a:r>
              <a:rPr lang="en-GB" dirty="0"/>
              <a:t>What might end up being tweaked or changed</a:t>
            </a:r>
          </a:p>
        </p:txBody>
      </p:sp>
    </p:spTree>
    <p:extLst>
      <p:ext uri="{BB962C8B-B14F-4D97-AF65-F5344CB8AC3E}">
        <p14:creationId xmlns:p14="http://schemas.microsoft.com/office/powerpoint/2010/main" val="224903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363E-338D-3CC1-5E3C-B00E5DD8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Stakeholders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617F3-BC20-A7B4-95D1-4505749AA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608" y="0"/>
            <a:ext cx="4483290" cy="4483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DDF148-CD46-65AD-438A-FC2BD6448424}"/>
              </a:ext>
            </a:extLst>
          </p:cNvPr>
          <p:cNvSpPr txBox="1"/>
          <p:nvPr/>
        </p:nvSpPr>
        <p:spPr>
          <a:xfrm>
            <a:off x="129654" y="1323833"/>
            <a:ext cx="66532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 There are many stakeholders</a:t>
            </a:r>
          </a:p>
          <a:p>
            <a:r>
              <a:rPr lang="en-GB" dirty="0"/>
              <a:t>- Briefly explain them</a:t>
            </a:r>
          </a:p>
          <a:p>
            <a:endParaRPr lang="en-GB" dirty="0"/>
          </a:p>
          <a:p>
            <a:r>
              <a:rPr lang="en-GB" dirty="0"/>
              <a:t>- Stakeholders we chose to involve</a:t>
            </a:r>
          </a:p>
          <a:p>
            <a:r>
              <a:rPr lang="en-GB" dirty="0"/>
              <a:t>- Medicine students/professionals due to time and ability/ethics</a:t>
            </a:r>
          </a:p>
          <a:p>
            <a:endParaRPr lang="en-GB" dirty="0"/>
          </a:p>
          <a:p>
            <a:r>
              <a:rPr lang="en-GB" dirty="0"/>
              <a:t>- Medical students know what’s needed</a:t>
            </a:r>
          </a:p>
          <a:p>
            <a:r>
              <a:rPr lang="en-GB" dirty="0"/>
              <a:t>- Their inputs</a:t>
            </a:r>
          </a:p>
        </p:txBody>
      </p:sp>
    </p:spTree>
    <p:extLst>
      <p:ext uri="{BB962C8B-B14F-4D97-AF65-F5344CB8AC3E}">
        <p14:creationId xmlns:p14="http://schemas.microsoft.com/office/powerpoint/2010/main" val="63147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3839-AD3B-5B20-3EA1-59525669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1AF41DFD-A50A-7678-C1DC-072053B90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7361" y="186468"/>
            <a:ext cx="4073193" cy="4592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4B95D8-C7FF-2205-F872-A0408E26181E}"/>
              </a:ext>
            </a:extLst>
          </p:cNvPr>
          <p:cNvSpPr txBox="1"/>
          <p:nvPr/>
        </p:nvSpPr>
        <p:spPr>
          <a:xfrm>
            <a:off x="143301" y="1269242"/>
            <a:ext cx="7977117" cy="1498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Functional Requirements:</a:t>
            </a:r>
          </a:p>
          <a:p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Authentication and user management: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allow a user to register with an email and password.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allow a user to log in with email and password.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issue a JWT upon successful login/registration.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restrict protected resources to authenticated users only.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support logout by clearing the stored token on the client.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-Risk assessment (prediction)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allow an authenticated user to submit risk input data (e.g., age, sex, BMI, smoking, diabetes, BP, cholesterol, glucose).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support unknown inputs for selected fields and send these as flags (e.g.,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unknown_flags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 to the ML service.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send validated/filtered model inputs to the ML microservice for inference.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return a prediction result including:</a:t>
            </a:r>
          </a:p>
          <a:p>
            <a:pPr lvl="1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numeric risk score</a:t>
            </a:r>
          </a:p>
          <a:p>
            <a:pPr lvl="1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risk band/category</a:t>
            </a:r>
          </a:p>
          <a:p>
            <a:pPr lvl="1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confidence level</a:t>
            </a:r>
          </a:p>
          <a:p>
            <a:pPr lvl="1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optional range/interval if provided</a:t>
            </a:r>
          </a:p>
          <a:p>
            <a:pPr lvl="1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model/rules version metadata (if returned)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display prediction results to the user in the UI.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-Logbook (medicines + exercises)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provide an authenticated user with a logbook page.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allow the user to create, edit, and remove medicine entries in the logbook.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allow the user to create, edit, and remove exercise entries in the logbook.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allow the user to save logbook entries to persistent storage (MongoDB).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allow the user to reload logbook entries from persistent storage.</a:t>
            </a:r>
          </a:p>
          <a:p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Snapshotting and history: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store a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RiskAssessment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record each time an authenticated user requests a prediction.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store the raw input request submitted by the user (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rawRequest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store the exact ML payload sent to the ML service (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rawMlRequest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store the full ML response returned (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rawMlResponse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store a snapshot of the user’s current logbook (medicines and exercises) within the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RiskAssessment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record at prediction time.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provide a history page listing prior risk assessments for the authenticated user.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ensure history is user-specific (users can only view their own records).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-API and service interactions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expose REST API endpoints for: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-auth (register/login)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-logbook (get/update)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-risk assessment (predict + persist)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-history retrieval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-health check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call the ML service using a configurable URL (ML_SERVICE_URL).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ML service shall expose an endpoint to perform inference (e.g., POST /predict).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be deployable such that an examiner can access it via a single public frontend URL.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support configuration via environment variables for deployed environments (e.g., Mongo URI, JWT secret, ML URL, API base).</a:t>
            </a:r>
          </a:p>
          <a:p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Non-functional requirements: </a:t>
            </a:r>
          </a:p>
          <a:p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Usability and UX: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UI shall be simple and minimal, enabling an examiner to use the full workflow without training.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UI shall provide clear feedback for loading/saving actions (e.g., “Saving…”, “Please wait…”).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UI shall display meaningful error messages when operations fail (login, prediction, save/load).</a:t>
            </a:r>
          </a:p>
          <a:p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-Performance: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API shall respond to typical requests within a reasonable time under normal load (target: a few seconds).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prediction call shall use a timeout to prevent indefinite hangs when the ML service is slow/unavailable.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database queries shall be efficient for expected usage (single-user scale; history limited/paginated).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-Reliability and availability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tolerate transient downtime/cold starts of hosted services (Render free tier).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fail gracefully if the ML service is unavailable, returning a clear error.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persist user data (logbook/history) reliably in MongoDB Atlas.</a:t>
            </a:r>
          </a:p>
          <a:p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Security and privacy: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store passwords as secure hashes (not plaintext).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require JWT authentication for protected endpoints.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prevent users from accessing other users’ data (server-side authorization checks).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keep secrets out of source control (e.g., .env not committed).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use HTTPS in deployment (Render-managed TLS).</a:t>
            </a:r>
          </a:p>
          <a:p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Maintainability: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codebase shall follow a modular structure (separated routes/models/utils; separated React pages/components).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support configuration changes without code changes (env vars).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be understandable and extensible (e.g., adding new tracked lifestyle items later).</a:t>
            </a:r>
          </a:p>
          <a:p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Portability and deployment: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run locally for development and in a hosted environment with minimal changes.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be deployable from a Git repository with automated builds.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document how to run and deploy (README / examiner instructions).</a:t>
            </a:r>
          </a:p>
          <a:p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Data integrity: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keep historical risk assessments immutable (snapshot pattern).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use consistent schema fields for stored documents (User, Logbook,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RiskAssessment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-The system shall ensure logbook is 1:1 per user (unique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userId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04146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2A53-24EE-7786-97E3-C6E77D877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7A9E4-F498-5C85-E63F-97D165F13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403" y="354842"/>
            <a:ext cx="6151959" cy="28592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00DAB8-F442-E763-7D2F-27DA11215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567" y="3429000"/>
            <a:ext cx="3266164" cy="30167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478CD1-E425-CCFD-0AB9-9EBAE22C86B9}"/>
              </a:ext>
            </a:extLst>
          </p:cNvPr>
          <p:cNvSpPr txBox="1"/>
          <p:nvPr/>
        </p:nvSpPr>
        <p:spPr>
          <a:xfrm>
            <a:off x="247650" y="1492250"/>
            <a:ext cx="52977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-MERN Stack</a:t>
            </a:r>
          </a:p>
          <a:p>
            <a:endParaRPr lang="en-GB" dirty="0"/>
          </a:p>
          <a:p>
            <a:r>
              <a:rPr lang="en-GB" dirty="0"/>
              <a:t>-Choosing to change from </a:t>
            </a:r>
            <a:r>
              <a:rPr lang="en-GB" dirty="0" err="1"/>
              <a:t>Streamlit</a:t>
            </a:r>
            <a:endParaRPr lang="en-GB" dirty="0"/>
          </a:p>
          <a:p>
            <a:endParaRPr lang="en-GB" dirty="0"/>
          </a:p>
          <a:p>
            <a:r>
              <a:rPr lang="en-GB" dirty="0"/>
              <a:t>- Functionally still the same just different tools</a:t>
            </a:r>
          </a:p>
        </p:txBody>
      </p:sp>
    </p:spTree>
    <p:extLst>
      <p:ext uri="{BB962C8B-B14F-4D97-AF65-F5344CB8AC3E}">
        <p14:creationId xmlns:p14="http://schemas.microsoft.com/office/powerpoint/2010/main" val="1597729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8247-BB6B-C049-B764-4A5CAB14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Interface &amp; Work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65BF0-7376-A006-1CA9-C0422A2A6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lot of work to be done on UI</a:t>
            </a:r>
          </a:p>
          <a:p>
            <a:r>
              <a:rPr lang="en-GB" dirty="0"/>
              <a:t>Quiz and facts section WIP</a:t>
            </a:r>
          </a:p>
        </p:txBody>
      </p:sp>
    </p:spTree>
    <p:extLst>
      <p:ext uri="{BB962C8B-B14F-4D97-AF65-F5344CB8AC3E}">
        <p14:creationId xmlns:p14="http://schemas.microsoft.com/office/powerpoint/2010/main" val="1911537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A4C3-7FA8-DA89-9CCD-16570B3C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Timeframe/Schedule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5D8F-E43E-9CB1-88E8-DF91FD6F4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Slightly behind but not by much</a:t>
            </a:r>
          </a:p>
          <a:p>
            <a:endParaRPr lang="en-GB" dirty="0"/>
          </a:p>
          <a:p>
            <a:r>
              <a:rPr lang="en-GB" dirty="0"/>
              <a:t>Reasoning behind delays</a:t>
            </a:r>
          </a:p>
        </p:txBody>
      </p:sp>
    </p:spTree>
    <p:extLst>
      <p:ext uri="{BB962C8B-B14F-4D97-AF65-F5344CB8AC3E}">
        <p14:creationId xmlns:p14="http://schemas.microsoft.com/office/powerpoint/2010/main" val="173198922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1186</Words>
  <Application>Microsoft Office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VanillaVTI</vt:lpstr>
      <vt:lpstr>Heart Smart Presentation</vt:lpstr>
      <vt:lpstr>Overview</vt:lpstr>
      <vt:lpstr>Recapping The Objectives</vt:lpstr>
      <vt:lpstr>Direction of Project</vt:lpstr>
      <vt:lpstr>Stakeholders</vt:lpstr>
      <vt:lpstr>Requirements</vt:lpstr>
      <vt:lpstr>System Architecture</vt:lpstr>
      <vt:lpstr>User Interface &amp; Work to do</vt:lpstr>
      <vt:lpstr>Timeframe/Schedule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Junayed Ahmed</dc:creator>
  <cp:lastModifiedBy>Junayed Ahmed</cp:lastModifiedBy>
  <cp:revision>1</cp:revision>
  <dcterms:created xsi:type="dcterms:W3CDTF">2026-02-06T11:05:45Z</dcterms:created>
  <dcterms:modified xsi:type="dcterms:W3CDTF">2026-02-06T12:46:04Z</dcterms:modified>
</cp:coreProperties>
</file>